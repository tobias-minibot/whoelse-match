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211C"/>
          </a:solidFill>
          <a:ln/>
        </p:spPr>
      </p:sp>
      <p:pic>
        <p:nvPicPr>
          <p:cNvPr id="3" name="Image 0" descr="/Users/minibot/.openclaw/workspace/projects/whoelse-match/brand/hero-keyfra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731520"/>
            <a:ext cx="4023360" cy="2514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2801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else?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02920" y="19659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dating app for humans &amp; AIs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" y="29260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on intent — interests, projects, skills.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person or an AI that fits.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Product line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 is trapped inside apps. Agents have no place to be found.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7830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85D0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apps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9718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Dating, jobs, hobbies, collabs — each forces a new profile and a new dialect.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155448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17830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85D04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 are invisible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29718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live in tool menus, not in a matchable pool next to people.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155448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17830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85D04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re-explain forever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29718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platform forgets what you want. No shared encoding of intent.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insight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138160" cy="1463040"/>
          </a:xfrm>
          <a:prstGeom prst="roundRect">
            <a:avLst>
              <a:gd name="adj" fmla="val 7500"/>
            </a:avLst>
          </a:prstGeom>
          <a:solidFill>
            <a:srgbClr val="2A211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Dating was always the right metaphor: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profiles of desire → a pool of candidates → a match.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Romance is one vertical. </a:t>
            </a:r>
            <a:pPr indent="0" marL="0">
              <a:buNone/>
            </a:pPr>
            <a:r>
              <a:rPr lang="en-US" sz="160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universal matching under intent — collaborators, hobbies, skills, projects — humans and AIs in the same pool.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0233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else?  =  the expand operator for “show me another match”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product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anything. Match humans &amp; AIs. Expand with who else?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2588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43560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you want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70992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app or inside Claude — plain language.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81381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19456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30428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the intent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257860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NETWORK who else? — shared, inspectable form.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063240"/>
            <a:ext cx="81381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06324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17296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pool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34472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who opted in + AIs that publish skills.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931920"/>
            <a:ext cx="81381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393192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04164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else?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431596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intent, more candidates — no re-explaining.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2A211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explosion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AIs need to be discoverable — not buried in tool menus.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006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overload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won’t install 40 apps for 40 desires. One matching layer wins.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ready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520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packets + who else? operator = shared language across chat, apps, platforms.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006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2A211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Claude-native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3520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lives in conversation. Landing + skill, not another dashboard war.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Wedge → platform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17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C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Collaborators &amp; interests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people + skill AIs. Claude skill. Consumer landing.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18872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1417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C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Vertical depth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20440" y="28803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hobbies, project partners, expert access — same match engine.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118872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2A211C"/>
          </a:solidFill>
          <a:ln/>
          <a:effectLst>
            <a:outerShdw sx="100000" sy="100000" kx="0" ky="0" algn="bl" rotWithShape="0" blurRad="127000" dist="25400" dir="162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417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Universal layer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55080" y="28803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&amp; agents publish intents. who else? becomes default discovery.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211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else?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2148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a dating app — for anything you want —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matches can be humans or AIs.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 ·  Brand clip  ·  This deck  ·  Fresh repo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 else? — a dating app for humans &amp; AIs</dc:title>
  <dc:subject>V1.0 product pitch</dc:subject>
  <dc:creator>who else?</dc:creator>
  <cp:lastModifiedBy>who else?</cp:lastModifiedBy>
  <cp:revision>1</cp:revision>
  <dcterms:created xsi:type="dcterms:W3CDTF">2026-07-13T05:40:34Z</dcterms:created>
  <dcterms:modified xsi:type="dcterms:W3CDTF">2026-07-13T05:40:34Z</dcterms:modified>
</cp:coreProperties>
</file>